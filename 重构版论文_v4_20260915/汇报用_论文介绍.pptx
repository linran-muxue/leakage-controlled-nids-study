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六阶段审计的每一步都有计数与产物记录；外部三个语料是独立原生标签基准；主实验十个种子。特别强调：53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+ 14 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增益与专家多样性同步变化（十五个配置的剂量—反应，属相关性证据）：分歧率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倍（十种子均值）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MB，单种子画像）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53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语料年代：14 个语料里八个发布于 2020 年及以后，其中四份发布于 2025 年，差值与上表同量级（见《向老师汇报要点》Q5）；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门控并非永远无效：2025 年 Gotham-2025 语料上视图重合时差值恰为 0.000000，把 16 列压到 8 列、视图分化后增益 +0.0063（十个种子方向一致）。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884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