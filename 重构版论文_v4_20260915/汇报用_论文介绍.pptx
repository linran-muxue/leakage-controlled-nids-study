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六阶段审计的每一步都有计数与产物记录；外部三个语料是独立原生标签基准；主实验十个种子。特别强调：46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46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增益由专家多样性支配：分歧率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45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