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+ 13 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语料年代：13 个语料里八个发布于 2020 年及以后，其中三份发布于 2025 年，差值与上表同量级（见《向老师汇报要点》Q5）。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873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