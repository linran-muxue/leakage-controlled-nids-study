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六阶段审计的每一步都有计数与产物记录；外部三个语料是独立原生标签基准；主实验十个种子。特别强调：53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被问到「语料太老」时先讲这一页：规模、留出、预算扫描、机制四条证据，再把 k=8 的正例与「成员可互换性」连起来。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+ 17 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增益与专家多样性同步变化（十五个配置的剂量—反应，属相关性证据）：分歧率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倍（十种子均值）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MB，单种子画像）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53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语料年代：17 个语料里八个发布于 2020 年及以后，其中四份发布于 2025 年，差值与上表同量级（见《向老师汇报要点》Q5）；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门控并非永远无效：2025 年 Gotham-2025 语料上视图重合时差值恰为 0.000000，把 16 列压到 8 列、视图分化后增益 +0.0063（十个种子方向一致）。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916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53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附加页 · 2026-10-03 批次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现代语料阶梯：规模、分布位移与机制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37"/>
                </a:solidFill>
                <a:latin typeface="Microsoft YaHei"/>
              </a:rPr>
              <a:t>规模：CIC-IoT-2023 每类 20 万 −0.000021 / 每类 50 万 −0.000004；Gotham-2025 每类 20 万 +0.000011 / 不限上限（7 189 693 行）+0.000009。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37"/>
                </a:solidFill>
                <a:latin typeface="Microsoft YaHei"/>
              </a:rPr>
              <a:t>分布位移：Gotham 逐设备留出 12/78 台，RCCF 均值 0.9671，两臂差 +0.000000；6TiSCHSet 逐运行留出 12/122 次，均值 0.5223，两臂差 +0.000123。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37"/>
                </a:solidFill>
                <a:latin typeface="Microsoft YaHei"/>
              </a:rPr>
              <a:t>剂量—反应：特征预算 k=8 +0.001663 → k=16 +0.000402 → k=32 −0.000002 → k=60 −0.000004。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37"/>
                </a:solidFill>
                <a:latin typeface="Microsoft YaHei"/>
              </a:rPr>
              <a:t>机制：Gotham 全档改判 0/297 180 行；CIC-IoT-2023 改判 12/375 160 行（理论界可证 99.45%）；树权重落在 0.0091–0.0102 之间；增益与分歧回归 r = 0.744。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一句话：2017 语料上那个 −0.005533 的规模性劣势没有在现代语料上复现；决定等价性的是成员可互换性，而不是语料年代或训练规模。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