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六阶段审计的每一步都有计数与产物记录；外部三个语料是独立原生标签基准；主实验十个种子。特别强调：53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增益与专家多样性同步变化（十五个配置的剂量—反应，属相关性证据）：分歧率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倍（十种子均值）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MB，单种子画像）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53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854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