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开场：本文检验「按样本可靠性给多个森林专家条件加权是否优于等权投票」。先给三个数字：截断总体等价、扩大 7.8 倍仍等价、全语料转为稳定劣势。最后一句是本轮真正想留下的东西——协议选择的影响远大于聚合规则。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这四类污染每一项都能单独制造出「加权更好」的假象。本文不否认已有方法，而是把它们放进同一个去泄漏协议里做最直接的对照。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六阶段审计的每一步都有计数与产物记录；外部三个语料是独立原生标签基准；主实验十个种子。特别强调：49 项检查与逐样本预测都公开，审稿时可直接重算。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这张表是全文骨架：同一个比较，在截断总体等价、扩大 7.8 倍仍等价、完全取消上限后转为稳定劣势。注意措辞：全语料在 0.01 边界上仍然等价，只是方向十个种子一致为负。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这一页回答「你怎么能说没有增益」：先说明不显著不等于等价，再给四组数字——逐种子方向 5:5、TOST 9/10 与 10/10、逐行不一致 6–21 行、效应量 dz −0.396，最后用最小可检测差说明为什么必须做等价检验。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这三条是独立证据：上界是可证明的、权重结构是可观测的、搜索是穷举的。结论：在本数据结构下继续调门控不会带来判别增益。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把反转解释清楚是这轮汇报的关键：不是加权把结果弄坏了，而是四路平均把一份落后的特征视图摊进来。三个规模都符合同一个算式。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这是本文对条件加权最不利的两组证据，主动讲比被问要好。注意不要用「显著变差」的措辞：全语料在 0.01 边界上仍等价。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这一页回应两个可能的攻击：结论是不是被某一档类别先验制造出来的、是不是只在 CIC-IDS2017 上成立。平衡控制与三个外部语料给出的方向一致；同时坦白 N-BaIoT 已饱和、文件级差异远大于聚合差异。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收尾三句：没观测到增益；反转来自稀释；协议影响更大。然后把边界说清楚，再给三个下一步方向。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这一页不主动讲：老师问到任何数字时翻到这里，逐条念。每条都能在补充材料或公开仓库的逐样本预测里重算。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这一页只在被问到复现性时使用：四条命令、检查覆盖的四类风险、以及五份可以当场打开的证据文档。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F2A37"/>
                </a:solidFill>
                <a:latin typeface="Microsoft YaHei"/>
              </a:rPr>
              <a:t>条件集成加权到底有没有增益？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6B7280"/>
                </a:solidFill>
                <a:latin typeface="Microsoft YaHei"/>
              </a:rPr>
              <a:t>十个种子、三档总体、一个泄漏受控协议下的等价性检验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383280"/>
            <a:ext cx="3291840" cy="201168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5844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Microsoft YaHei"/>
              </a:rPr>
              <a:t>截断总体 53 237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6FEB"/>
                </a:solidFill>
                <a:latin typeface="Microsoft YaHei"/>
              </a:rPr>
              <a:t>-0.000456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709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A37"/>
                </a:solidFill>
                <a:latin typeface="Microsoft YaHei"/>
              </a:rPr>
              <a:t>TOST 两个边界等价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383280"/>
            <a:ext cx="3291840" cy="201168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5844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Microsoft YaHei"/>
              </a:rPr>
              <a:t>扩大 7.8 倍 413 209 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F6FEB"/>
                </a:solidFill>
                <a:latin typeface="Microsoft YaHei"/>
              </a:rPr>
              <a:t>-0.001137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709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A37"/>
                </a:solidFill>
                <a:latin typeface="Microsoft YaHei"/>
              </a:rPr>
              <a:t>两个边界仍等价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383280"/>
            <a:ext cx="3291840" cy="201168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584448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B7280"/>
                </a:solidFill>
                <a:latin typeface="Microsoft YaHei"/>
              </a:rPr>
              <a:t>全语料 2 429 503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977639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C2410C"/>
                </a:solidFill>
                <a:latin typeface="Microsoft YaHei"/>
              </a:rPr>
              <a:t>-0.005533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7091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1F2A37"/>
                </a:solidFill>
                <a:latin typeface="Microsoft YaHei"/>
              </a:rPr>
              <a:t>0.01 等价 / 0.005 不等价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协议效应比聚合规则差异大一个数量级 —— 这是本文真正可复用的结论。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公开数据上的「加权更好」，被四类污染托着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5394960" cy="1874519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重复与近重复样本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同一段攻击流量在多文件里重复出现；划分顺序一换，训练与测试就重叠。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394960" cy="1874519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标签冲突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完全相同的特征向量被赋不同标签，模型在矛盾监督上拟合。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86200"/>
            <a:ext cx="5394960" cy="1874519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特征选择泄漏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选择器在全量数据上拟合，测试集信息渗进训练。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394960" cy="1874519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类别先验与调参预算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72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平衡控制 vs 自然先验、是否同等调参，都能单独造成「提升」。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所以本文把问题压到最直接的对照：条件加权森林 vs 等权 χ² 森林，同一个协议、同一批划分。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做法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六阶段审计 + 四个语料 + 十个种子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标签映射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1D5DB"/>
                </a:solidFill>
                <a:latin typeface="Microsoft YaHei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95728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非有限值清理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1D5DB"/>
                </a:solidFill>
                <a:latin typeface="Microsoft YaHe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物理范围筛查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4456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1D5DB"/>
                </a:solidFill>
                <a:latin typeface="Microsoft YaHe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4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9904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全局去重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544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1D5DB"/>
                </a:solidFill>
                <a:latin typeface="Microsoft YaHei"/>
              </a:rPr>
              <a:t>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36992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分层划分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0116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1D5DB"/>
                </a:solidFill>
                <a:latin typeface="Microsoft YaHe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828800"/>
            <a:ext cx="16916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0116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1F2A37"/>
                </a:solidFill>
                <a:latin typeface="Microsoft YaHei"/>
              </a:rPr>
              <a:t>训练侧特征选择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主数据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971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CIC-IDS2017：原始 2 830 743 行 → 审计后研究总体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301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外部基准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630168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NSL-KDD、UNSW-NB15、N-BaIoT（UCI 442，CC BY 4.0）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885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种子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288536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42 / 2024 / 3407 / 7 / 13 / 101 / 202 / 303 / 404 / 505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469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统计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11680" y="4946904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配对差 + 种子级 90%/95% 区间 + 测试行配对 Bootstrap + TOST（0.005/0.01）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052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6FEB"/>
                </a:solidFill>
                <a:latin typeface="Microsoft YaHei"/>
              </a:rPr>
              <a:t>可复现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605272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49 项自动检查全绿；722 个逐样本预测公开；仓库带 tag v1.11.0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结果 · 三档总体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结论随规模反转：等价 → 等价 → 稳定劣势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7315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868680"/>
                <a:gridCol w="777240"/>
                <a:gridCol w="960120"/>
                <a:gridCol w="914400"/>
                <a:gridCol w="914400"/>
                <a:gridCol w="822960"/>
                <a:gridCol w="82296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总体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流量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测试行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条件加权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等权 χ²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平均差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TOST 0.005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TOST 0.01</a:t>
                      </a:r>
                    </a:p>
                  </a:txBody>
                  <a:tcPr marL="45720" marR="45720"/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截断（每类 2 万）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53 237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7 986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0.889278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0.889734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-0.000456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等价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等价</a:t>
                      </a:r>
                    </a:p>
                  </a:txBody>
                  <a:tcPr marL="45720" marR="45720"/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扩大 7.8 倍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413 209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61 982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0.856065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0.857202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-0.001137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等价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等价</a:t>
                      </a:r>
                    </a:p>
                  </a:txBody>
                  <a:tcPr marL="45720" marR="45720"/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全去重语料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2 429 503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364 426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0.754007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0.759540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2410C"/>
                          </a:solidFill>
                          <a:latin typeface="Microsoft YaHei"/>
                        </a:rPr>
                        <a:t>-0.005533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不等价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等价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截断总体：种子级 90% 区间 [-0.001124, 0.000212]，配对 Bootstrap [-0.004251, 0.003382]，都落在 0.005 与 0.01 的等价边界内；逐种子方向五正五负。</a:t>
            </a:r>
          </a:p>
        </p:txBody>
      </p:sp>
      <p:pic>
        <p:nvPicPr>
          <p:cNvPr id="7" name="Picture 6" descr="fig4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691640"/>
            <a:ext cx="3566160" cy="14586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420624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</a:rPr>
              <a:t>左图纵轴自 0.75 起，专门显示千分位差异；右图为配对区间。两图须合读。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结果 · 统计判据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「等价」是检验结论，不是「没拒绝原假设」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逐种子方向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270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5 :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5544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支持条件加权 : 支持等权，无并列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逐种子 TOST 等价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25856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9/10（0.005）· 10/10（0.01）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截断总体十个种子逐一看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测试行不一致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9008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6–21 行 / 7,986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17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占 0.08%–0.26%；McNemar p 0.146–1.000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49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效应量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72160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dz = -0.396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490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相对差 -0.051%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80% 功效可检出的最小差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45312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0.001146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480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大于观测差 —— 所以必须做等价检验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全语料逐种子改判行数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1846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F2A37"/>
                </a:solidFill>
                <a:latin typeface="Microsoft YaHei"/>
              </a:rPr>
              <a:t>均 216 · 最多 392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21208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测试 364 426 行，方向十次全负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两个边界（0.005 / 0.01）事先给定并同时报告；种子级区间与配对 Bootstrap 作为独立佐证。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权重动不了预测：三条独立证据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EB"/>
                </a:solidFill>
                <a:latin typeface="Microsoft YaHei"/>
              </a:rPr>
              <a:t>逐行可计算上界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7373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99.91% 的测试行可证明不受权重影响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实际改判 0 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EB"/>
                </a:solidFill>
                <a:latin typeface="Microsoft YaHei"/>
              </a:rPr>
              <a:t>权重结构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6060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归一化权重熵 0.99998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971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风险模型输出近乎相同，权重退化为均匀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EB"/>
                </a:solidFill>
                <a:latin typeface="Microsoft YaHei"/>
              </a:rPr>
              <a:t>门控搜索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474719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2A37"/>
                </a:solidFill>
                <a:latin typeface="Microsoft YaHei"/>
              </a:rPr>
              <a:t>108 组超参数配置 → 6 个不同验证值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8404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锁定后在测试集上改判 0 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7040880" cy="146304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增益由专家多样性支配：分歧率 0.20%–0.36% 的专家集合 6 次运行增益恰好为 0；刻意去相关的三类集合 9 次运行全为正（斜率 0.0646，r = 0.749）。</a:t>
            </a:r>
          </a:p>
        </p:txBody>
      </p:sp>
      <p:pic>
        <p:nvPicPr>
          <p:cNvPr id="16" name="Picture 15" descr="fig5_gate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783080"/>
            <a:ext cx="3931920" cy="139599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机制 · 反转的原因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全语料上的劣势是「稀释」，不是加权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7223760" cy="192024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6583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全特征视图 0.759540 − 卡方视图 0.780937 = 视图差 0.021397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四路平均摊薄四分之一：0.021397 ÷ 4 = 0.005349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实测平均差：-0.005533（偏差约 3.4%）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223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同一算式在三档总体上成立：53 237 条（0.002068/4 = 0.000517 对 −0.000456）、413 209 条（0.004249/4 = 0.001062 对 −0.001137）、2 429 503 条（上式）。因此随规模变化的是成员质量，不是聚合规则。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737360"/>
            <a:ext cx="3566160" cy="347472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2410C"/>
                </a:solidFill>
                <a:latin typeface="Microsoft YaHei"/>
              </a:rPr>
              <a:t>部署含义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423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截断总体上用等权投票即可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强不平衡语料上不要部署条件加权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融合前先看各成员的分差：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  差多少，四路平均就摊多少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次生指标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代价与开放集：两处不利证据照实说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F6FEB"/>
                </a:solidFill>
                <a:latin typeface="Microsoft YaHei"/>
              </a:rPr>
              <a:t>训练与推理代价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训练耗时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1031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截断约 80 倍，全语料 175 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模型体积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4.1 倍（9.09 MB vs 2.21 MB）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6B7280"/>
                </a:solidFill>
                <a:latin typeface="Microsoft YaHei"/>
              </a:rPr>
              <a:t>代价敏感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200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误报漏报代价比 1–100 内没有优势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2410C"/>
                </a:solidFill>
                <a:latin typeface="Microsoft YaHei"/>
              </a:rPr>
              <a:t>开放集：三个未知族留出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159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280"/>
                </a:solidFill>
                <a:latin typeface="Microsoft YaHei"/>
              </a:rPr>
              <a:t>PortScan / Infiltration / Heartbleed 作未知族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条件加权 AUROC 0.644–0.694，未知类召回 0.0015–0.0396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等权森林 AUROC 0.919–0.948，未知类召回 0.057–0.374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风险门控把概率推向高置信区，削弱了拒绝所需的不确定性信号。</a:t>
            </a:r>
          </a:p>
        </p:txBody>
      </p:sp>
      <p:pic>
        <p:nvPicPr>
          <p:cNvPr id="15" name="Picture 14" descr="fig10_calibration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37360"/>
            <a:ext cx="2651760" cy="1023429"/>
          </a:xfrm>
          <a:prstGeom prst="rect">
            <a:avLst/>
          </a:prstGeom>
        </p:spPr>
      </p:pic>
      <p:pic>
        <p:nvPicPr>
          <p:cNvPr id="16" name="Picture 15" descr="fig11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737360"/>
            <a:ext cx="2651760" cy="116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172200" y="434340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49 项自动检查持续复核这些数字；开放集与代价的每一项都能从公开的逐样本预测重算。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稳健性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先验与语料换一遍，结论方向不变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463040"/>
                <a:gridCol w="1371600"/>
                <a:gridCol w="1463040"/>
                <a:gridCol w="292608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总体 / 基准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测试行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Macro-F1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平衡准确率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37"/>
                          </a:solidFill>
                          <a:latin typeface="Microsoft YaHei"/>
                        </a:rPr>
                        <a:t>读法</a:t>
                      </a:r>
                    </a:p>
                  </a:txBody>
                  <a:tcPr marL="45720" marR="4572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平衡控制总体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505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0.961807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比自然先验高 0.0725</a:t>
                      </a:r>
                    </a:p>
                  </a:txBody>
                  <a:tcPr marL="45720" marR="4572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NSL-KDD（原生标签）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22 544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0.514697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0.748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0.493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准确率靠多数类</a:t>
                      </a:r>
                    </a:p>
                  </a:txBody>
                  <a:tcPr marL="45720" marR="4572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UNSW-NB15（原生标签）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82 332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0.493310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0.715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0.567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独立语料、独立划分</a:t>
                      </a:r>
                    </a:p>
                  </a:txBody>
                  <a:tcPr marL="45720" marR="45720"/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N-BaIoT（IoT 僵尸网络）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27 000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0.999988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1.000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2A37"/>
                          </a:solidFill>
                          <a:latin typeface="Microsoft YaHei"/>
                        </a:rPr>
                        <a:t>已饱和：检验机制惰性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7763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类别先验是最大的单一效应：平衡控制 0.961807 对自然先验 0.889278，差 0.0725；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文件级外推：把周一到周五的每个原始文件当留出集，已知类 Macro-F1 覆盖 0.3325–0.9997，文件之间的差异比聚合规则差异大两到三个数量级；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三个外部语料用各自原生标签，不重采样、不跨语料迁移，因此只能作为「结论方向不随语料改变」的旁证，不能当作迁移实验。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收尾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结论、边界与下一步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7223760" cy="219456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6675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1. 在流特征公开数据上，条件加权相对等权投票**未观测到判别增益**；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2. 全语料上的劣势来自成员稀释，可由成员分差直接算出；</a:t>
            </a:r>
          </a:p>
          <a:p>
            <a:pPr algn="l">
              <a:lnSpc>
                <a:spcPct val="140000"/>
              </a:lnSpc>
            </a:pPr>
            <a:r>
              <a:rPr sz="1500" b="0">
                <a:solidFill>
                  <a:srgbClr val="1F2A37"/>
                </a:solidFill>
                <a:latin typeface="Microsoft YaHei"/>
              </a:rPr>
              <a:t>3. 协议选择（先验 +0.0725、去重顺序 ≤0.0060）比聚合规则差异（0.0005 量级）大一个数量级，模型族差异更大（MLP 落后 0.0916）。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7223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</a:rPr>
              <a:t>边界：四个语料都不是生产流量；文件级实验不是时间外推；开放集只覆盖三个未知族与一个显著性水平；对抗性规避未评估。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1737360"/>
            <a:ext cx="3566160" cy="219456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下一步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① 显式强制专家去相关的加权机制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② 跨时段/跨场景的完整类别协议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③ 把报告建议做成可自动检查的清单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11480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材料：论文介绍（两页）· 汇报要点 · 正式稿件（中英）· 补充材料 S01–S30 · 公开仓库 tag v1.11.0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被追问时直接念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数字速查（备用页）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5532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200400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37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37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原始 → 可映射 → 有效 → 物理有效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2,830,743 → 2,671,766 → 2,669,025 → 2,668,729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三档总体流量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53 237 / 413 209 / 2 429 503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三档平均差（条件加权 − 等权）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-0.000456 / -0.001137 / -0.005533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截断总体区间与 TOST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种子级 90% [-0.001124, 0.000212]；Bootstrap [-0.004251, 0.003382]；两边界等价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逐种子 TOST 等价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9/10（0.005）、10/10（0.01）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逐行不一致 / McNemar p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6–21 行；p 0.146–1.000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效应量 / 最小可检测差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dz -0.396；0.001146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可证不变 / 实际改判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99.91% / 0 行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权重熵 / 门控搜索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0.99998；108 组 → 6 个验证值</a:t>
                      </a:r>
                    </a:p>
                  </a:txBody>
                  <a:tcPr marL="45720" marR="45720" marT="4572" marB="4572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55079" y="1417320"/>
          <a:ext cx="5532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200400"/>
              </a:tblGrid>
              <a:tr h="28346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37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2A37"/>
                          </a:solidFill>
                          <a:latin typeface="Microsoft YaHei"/>
                        </a:rPr>
                        <a:t>数值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稀释算式（全语料）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0.021397 ÷ 4 = 0.005349 ≈ -0.005533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多样性回归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斜率 0.0646，r = 0.749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类别先验 / 去重顺序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0.0725 / ≤0.0060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训练代价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截断约 80 倍；全语料 175 倍；体积 4.1 倍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吞吐（条件 / 等权）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43,064 对 200,276 行/秒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代价敏感 NEC（1 → 100）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0.00913 → 0.07260（等权 0.00867 → 0.06753）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开放集 AUROC / 未知类召回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0.644–0.694；0.0015–0.0396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外部基准 Macro-F1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NSL 0.514697；UNSW 0.493310；N-BaIoT 0.999988</a:t>
                      </a:r>
                    </a:p>
                  </a:txBody>
                  <a:tcPr marL="45720" marR="45720" marT="4572" marB="4572"/>
                </a:tc>
              </a:tr>
              <a:tr h="28346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文件级外推范围</a:t>
                      </a:r>
                    </a:p>
                  </a:txBody>
                  <a:tcPr marL="45720" marR="45720" marT="4572" marB="4572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A37"/>
                          </a:solidFill>
                          <a:latin typeface="Microsoft YaHei"/>
                        </a:rPr>
                        <a:t>0.3325–0.9997</a:t>
                      </a:r>
                    </a:p>
                  </a:txBody>
                  <a:tcPr marL="45720" marR="45720" marT="4572" marB="4572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6FEB"/>
                </a:solidFill>
                <a:latin typeface="Microsoft YaHei"/>
              </a:rPr>
              <a:t>被问「能复现吗」时翻到这页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F2A37"/>
                </a:solidFill>
                <a:latin typeface="Microsoft YaHei"/>
              </a:rPr>
              <a:t>复现与验证（备用页）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11064240" cy="152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7223760" cy="292608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6675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四条命令即可从原始语料走到投稿包：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① scripts/audit_data_processing_v1.py（六阶段计数与产物）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② scripts/run_seeds10_v5.py（十种子主实验）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③ scripts/audit_released_evidence_v1.py（从逐样本预测重算全部指标）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④ scripts/package_submission_bundle_v18.py（重建投稿包）</a:t>
            </a:r>
          </a:p>
          <a:p>
            <a:pPr algn="l">
              <a:lnSpc>
                <a:spcPct val="135000"/>
              </a:lnSpc>
            </a:pP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仓库：v1.11.0 标签 · 逐样本预测 722 个 · 补充材料 S01–S30 · 投稿包 154 个文件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8092440" y="1737360"/>
            <a:ext cx="3566160" cy="2926080"/>
          </a:xfrm>
          <a:prstGeom prst="rect">
            <a:avLst/>
          </a:prstGeom>
          <a:solidFill>
            <a:srgbClr val="F3F5F7"/>
          </a:solidFill>
          <a:ln>
            <a:solidFill>
              <a:srgbClr val="F3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49 项自动检查覆盖四类风险：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数字是否与产物一致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结构（章节、图表、公式引用）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可复现（图逐字节重绘、代码编译）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· 真实性（数据集 SHA-256、行数）</a:t>
            </a:r>
          </a:p>
          <a:p>
            <a:pPr algn="l">
              <a:lnSpc>
                <a:spcPct val="130000"/>
              </a:lnSpc>
            </a:pP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A37"/>
                </a:solidFill>
                <a:latin typeface="Microsoft YaHei"/>
              </a:rPr>
              <a:t>每次提交前全绿才推送。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</a:rPr>
              <a:t>证据入口：数据与资料来源总表（URL/日期/许可/SHA-256）· 论文自查表（69 项逐条证据位置）· 数据处理代码与流程（六阶段与代码片段）· 公式来源与核验（五个公式的出处与复算）· 项目流程图（六阶段总览）。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泄漏受控的条件集成加权研究 · v1.11.0 · 数字均取自发布产物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